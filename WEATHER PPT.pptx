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246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11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703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396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80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526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812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296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821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748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061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6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3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35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157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93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628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70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513403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rgbClr val="FFFFFF"/>
                </a:solidFill>
              </a:rPr>
              <a:t>WEATHER FORECASTING APPLICATION 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414"/>
                </a:solidFill>
              </a:defRPr>
            </a:pPr>
            <a:r>
              <a:t>WEATHER FORECASTING APPLICATION USING PYTHON</a:t>
            </a:r>
            <a:br/>
            <a:r>
              <a:t>Industrial Training Project Presentation</a:t>
            </a:r>
            <a:br/>
            <a:r>
              <a:t>Python Full Stack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Weather Forecasting Application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2722" y="2330244"/>
            <a:ext cx="749119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414"/>
                </a:solidFill>
              </a:defRPr>
            </a:pPr>
            <a:r>
              <a:rPr dirty="0"/>
              <a:t>• Weather Forecasting Application is a real-time weather monitoring system developed using Python.</a:t>
            </a:r>
            <a:br>
              <a:rPr dirty="0"/>
            </a:br>
            <a:r>
              <a:rPr dirty="0"/>
              <a:t>• The project provides weather information for any city worldwide.</a:t>
            </a:r>
            <a:br>
              <a:rPr dirty="0"/>
            </a:br>
            <a:r>
              <a:rPr dirty="0"/>
              <a:t>• It uses Streamlit for web interface development and </a:t>
            </a:r>
            <a:r>
              <a:rPr dirty="0" err="1"/>
              <a:t>PyOWM</a:t>
            </a:r>
            <a:r>
              <a:rPr dirty="0"/>
              <a:t> API for live weather data.</a:t>
            </a:r>
            <a:br>
              <a:rPr dirty="0"/>
            </a:br>
            <a:r>
              <a:rPr dirty="0"/>
              <a:t>• The application displays temperature, humidity, pressure, wind speed, visibility, sunrise, sunset, and weather alerts.</a:t>
            </a:r>
            <a:br>
              <a:rPr dirty="0"/>
            </a:br>
            <a:r>
              <a:rPr dirty="0"/>
              <a:t>• Graphical representations using bar graphs and line graphs improve weather analysis.</a:t>
            </a:r>
            <a:br>
              <a:rPr dirty="0"/>
            </a:br>
            <a:r>
              <a:rPr dirty="0"/>
              <a:t>• The system is designed to provide accurate, fast, and user-friendly weather forecasting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Weather Forecasting Application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Objectives and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414"/>
                </a:solidFill>
              </a:defRPr>
            </a:pPr>
            <a:r>
              <a:t>OBJECTIVES:</a:t>
            </a:r>
            <a:br/>
            <a:r>
              <a:t>• Provide real-time weather updates.</a:t>
            </a:r>
            <a:br/>
            <a:r>
              <a:t>• Forecast future weather conditions.</a:t>
            </a:r>
            <a:br/>
            <a:r>
              <a:t>• Display graphical weather analytics.</a:t>
            </a:r>
            <a:br/>
            <a:r>
              <a:t>• Generate weather alerts.</a:t>
            </a:r>
            <a:br/>
            <a:r>
              <a:t>• Improve practical implementation of Python concepts.</a:t>
            </a:r>
            <a:br/>
            <a:br/>
            <a:r>
              <a:t>TECHNOLOGIES USED:</a:t>
            </a:r>
            <a:br/>
            <a:r>
              <a:t>• Python – Core programming language.</a:t>
            </a:r>
            <a:br/>
            <a:r>
              <a:t>• Streamlit – Web interface development.</a:t>
            </a:r>
            <a:br/>
            <a:r>
              <a:t>• PyOWM API – Weather data retrieval.</a:t>
            </a:r>
            <a:br/>
            <a:r>
              <a:t>• Matplotlib – Data visualization.</a:t>
            </a:r>
            <a:br/>
            <a:r>
              <a:t>• Datetime Module – Date and time processing.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Weather Forecasting Application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System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414"/>
                </a:solidFill>
              </a:defRPr>
            </a:pPr>
            <a:r>
              <a:t>STEP 1 – User Input:</a:t>
            </a:r>
            <a:br/>
            <a:r>
              <a:t>• User enters city name.</a:t>
            </a:r>
            <a:br/>
            <a:r>
              <a:t>• Selects temperature unit.</a:t>
            </a:r>
            <a:br/>
            <a:r>
              <a:t>• Chooses graph type.</a:t>
            </a:r>
            <a:br/>
            <a:br/>
            <a:r>
              <a:t>STEP 2 – API Communication:</a:t>
            </a:r>
            <a:br/>
            <a:r>
              <a:t>• Application communicates with OpenWeatherMap API.</a:t>
            </a:r>
            <a:br/>
            <a:r>
              <a:t>• Retrieves live weather data.</a:t>
            </a:r>
            <a:br/>
            <a:br/>
            <a:r>
              <a:t>STEP 3 – Data Processing:</a:t>
            </a:r>
            <a:br/>
            <a:r>
              <a:t>• Processes temperature, humidity, pressure, and visibility.</a:t>
            </a:r>
            <a:br/>
            <a:br/>
            <a:r>
              <a:t>STEP 4 – Data Visualization:</a:t>
            </a:r>
            <a:br/>
            <a:r>
              <a:t>• Displays bar graphs and line graphs.</a:t>
            </a:r>
            <a:br/>
            <a:br/>
            <a:r>
              <a:t>STEP 5 – Weather Alerts:</a:t>
            </a:r>
            <a:br/>
            <a:r>
              <a:t>• Detects rain, storms, fog, snow, hurricanes, and tornadoes.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Weather Forecasting Application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Project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414"/>
                </a:solidFill>
              </a:defRPr>
            </a:pPr>
            <a:r>
              <a:t>1. Current Weather Module</a:t>
            </a:r>
            <a:br/>
            <a:r>
              <a:t>• Displays temperature, humidity, wind speed, pressure, and visibility.</a:t>
            </a:r>
            <a:br/>
            <a:br/>
            <a:r>
              <a:t>2. Temperature Forecast Module</a:t>
            </a:r>
            <a:br/>
            <a:r>
              <a:t>• Provides 5-day weather forecasting.</a:t>
            </a:r>
            <a:br/>
            <a:br/>
            <a:r>
              <a:t>3. Graph Visualization Module</a:t>
            </a:r>
            <a:br/>
            <a:r>
              <a:t>• Displays bar and line graph analytics.</a:t>
            </a:r>
            <a:br/>
            <a:br/>
            <a:r>
              <a:t>4. Humidity Analysis Module</a:t>
            </a:r>
            <a:br/>
            <a:r>
              <a:t>• Displays humidity trends.</a:t>
            </a:r>
            <a:br/>
            <a:br/>
            <a:r>
              <a:t>5. Sunrise and Sunset Module</a:t>
            </a:r>
            <a:br/>
            <a:r>
              <a:t>• Shows sunrise and sunset timings.</a:t>
            </a:r>
            <a:br/>
            <a:br/>
            <a:r>
              <a:t>6. Weather Alert Module</a:t>
            </a:r>
            <a:br/>
            <a:r>
              <a:t>• Generates weather warning notifications.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Weather Forecasting Application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Python and API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414"/>
                </a:solidFill>
              </a:defRPr>
            </a:pPr>
            <a:r>
              <a:t>• Python is used as the backend programming language.</a:t>
            </a:r>
            <a:br/>
            <a:r>
              <a:t>• PyOWM API connects the application with OpenWeatherMap servers.</a:t>
            </a:r>
            <a:br/>
            <a:r>
              <a:t>• Streamlit provides a dynamic and interactive user interface.</a:t>
            </a:r>
            <a:br/>
            <a:r>
              <a:t>• Matplotlib is used for graph plotting and weather analytics.</a:t>
            </a:r>
            <a:br/>
            <a:r>
              <a:t>• Datetime module converts UNIX timestamps into readable formats.</a:t>
            </a:r>
            <a:br/>
            <a:r>
              <a:t>• Exception handling prevents system crashes due to invalid locations or API errors.</a:t>
            </a:r>
            <a:br/>
            <a:r>
              <a:t>• Functions improve modularity and code reusability.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Weather Forecasting Application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Features and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414"/>
                </a:solidFill>
              </a:defRPr>
            </a:pPr>
            <a:r>
              <a:t>FEATURES:</a:t>
            </a:r>
            <a:br/>
            <a:r>
              <a:t>• Real-time weather forecasting.</a:t>
            </a:r>
            <a:br/>
            <a:r>
              <a:t>• Interactive web application.</a:t>
            </a:r>
            <a:br/>
            <a:r>
              <a:t>• Multiple graph representations.</a:t>
            </a:r>
            <a:br/>
            <a:r>
              <a:t>• Weather alerts and notifications.</a:t>
            </a:r>
            <a:br/>
            <a:r>
              <a:t>• Sunrise and sunset tracking.</a:t>
            </a:r>
            <a:br/>
            <a:r>
              <a:t>• Humidity and temperature analytics.</a:t>
            </a:r>
            <a:br/>
            <a:r>
              <a:t>• Secure API integration.</a:t>
            </a:r>
            <a:br/>
            <a:br/>
            <a:r>
              <a:t>ADVANTAGES:</a:t>
            </a:r>
            <a:br/>
            <a:r>
              <a:t>• Easy to use.</a:t>
            </a:r>
            <a:br/>
            <a:r>
              <a:t>• Accurate weather data.</a:t>
            </a:r>
            <a:br/>
            <a:r>
              <a:t>• Fast data retrieval.</a:t>
            </a:r>
            <a:br/>
            <a:r>
              <a:t>• Attractive graphical interface.</a:t>
            </a:r>
            <a:br/>
            <a:r>
              <a:t>• Supports multiple cities worldwide.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Weather Forecasting Application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Future Enhancements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414"/>
                </a:solidFill>
              </a:defRPr>
            </a:pPr>
            <a:r>
              <a:t>FUTURE ENHANCEMENTS:</a:t>
            </a:r>
            <a:br/>
            <a:r>
              <a:t>• GPS-based weather detection.</a:t>
            </a:r>
            <a:br/>
            <a:r>
              <a:t>• Mobile application development.</a:t>
            </a:r>
            <a:br/>
            <a:r>
              <a:t>• AI-based weather prediction.</a:t>
            </a:r>
            <a:br/>
            <a:r>
              <a:t>• Voice assistant integration.</a:t>
            </a:r>
            <a:br/>
            <a:r>
              <a:t>• Cloud database integration.</a:t>
            </a:r>
            <a:br/>
            <a:r>
              <a:t>• Multi-language support.</a:t>
            </a:r>
            <a:br/>
            <a:br/>
            <a:r>
              <a:t>CONCLUSION:</a:t>
            </a:r>
            <a:br/>
            <a:r>
              <a:t>The Weather Forecasting Application successfully demonstrates Python programming, API integration, Streamlit development, and graphical data visualization. The project provides efficient, scalable, and user-friendly weather forecasting services for modern applications.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Weather Forecasting Application | Slide 8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</TotalTime>
  <Words>711</Words>
  <Application>Microsoft Office PowerPoint</Application>
  <PresentationFormat>On-screen Show (4:3)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VIDYA</dc:creator>
  <cp:keywords/>
  <dc:description>generated using python-pptx</dc:description>
  <cp:lastModifiedBy>vidya gubbala</cp:lastModifiedBy>
  <cp:revision>2</cp:revision>
  <dcterms:created xsi:type="dcterms:W3CDTF">2013-01-27T09:14:16Z</dcterms:created>
  <dcterms:modified xsi:type="dcterms:W3CDTF">2026-05-17T10:57:00Z</dcterms:modified>
  <cp:category/>
</cp:coreProperties>
</file>